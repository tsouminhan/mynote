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8" r:id="rId2"/>
    <p:sldId id="319" r:id="rId3"/>
    <p:sldId id="320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97EFE9"/>
    <a:srgbClr val="01295F"/>
    <a:srgbClr val="FD151B"/>
    <a:srgbClr val="FFB30F"/>
    <a:srgbClr val="849324"/>
    <a:srgbClr val="437F97"/>
    <a:srgbClr val="848C8E"/>
    <a:srgbClr val="F1F2EE"/>
    <a:srgbClr val="BFB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F3038-81CC-43AC-A1C3-6620780B5892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ADE0D-85A9-4F7A-83F6-01256A8993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34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54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87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50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66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532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98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124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44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565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68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49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16B0D-10C5-4B09-B9DE-CCEDD7407440}" type="datetimeFigureOut">
              <a:rPr lang="zh-TW" altLang="en-US" smtClean="0"/>
              <a:t>2021/8/14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4476C-A778-4C37-8A35-3FDE50E7D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33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souMinHan/PorjectMaker" TargetMode="External"/><Relationship Id="rId2" Type="http://schemas.openxmlformats.org/officeDocument/2006/relationships/hyperlink" Target="https://github.com/TsouMinHan/KiMoAssistan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souMinHan/Check-in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剪去單一角落矩形 4"/>
          <p:cNvSpPr/>
          <p:nvPr/>
        </p:nvSpPr>
        <p:spPr>
          <a:xfrm rot="10800000" flipH="1">
            <a:off x="4" y="4"/>
            <a:ext cx="5747657" cy="667385"/>
          </a:xfrm>
          <a:prstGeom prst="snip1Rect">
            <a:avLst>
              <a:gd name="adj" fmla="val 50000"/>
            </a:avLst>
          </a:prstGeom>
          <a:solidFill>
            <a:srgbClr val="012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altLang="zh-TW" b="1" dirty="0">
                <a:solidFill>
                  <a:srgbClr val="01295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>
              <a:solidFill>
                <a:srgbClr val="01295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8204" y="10285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自我介紹</a:t>
            </a:r>
          </a:p>
        </p:txBody>
      </p:sp>
      <p:sp>
        <p:nvSpPr>
          <p:cNvPr id="10" name="矩形 9"/>
          <p:cNvSpPr/>
          <p:nvPr/>
        </p:nvSpPr>
        <p:spPr>
          <a:xfrm>
            <a:off x="5367867" y="1181125"/>
            <a:ext cx="6121400" cy="4271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鄒旻翰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虎尾科技大學資訊管理系碩士（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2020-8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目前於展伸精密股份有限公司擔任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資訊專案工程師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2021-03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至今）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在學期間擔任課堂助教與課輔協助生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A372DAA-257B-4CD7-A3D2-9843F58E9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100" y="1117793"/>
            <a:ext cx="3183464" cy="439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45467"/>
      </p:ext>
    </p:extLst>
  </p:cSld>
  <p:clrMapOvr>
    <a:masterClrMapping/>
  </p:clrMapOvr>
  <p:transition spd="slow" advTm="53547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剪去單一角落矩形 4"/>
          <p:cNvSpPr/>
          <p:nvPr/>
        </p:nvSpPr>
        <p:spPr>
          <a:xfrm rot="10800000" flipH="1">
            <a:off x="4" y="4"/>
            <a:ext cx="5747657" cy="667385"/>
          </a:xfrm>
          <a:prstGeom prst="snip1Rect">
            <a:avLst>
              <a:gd name="adj" fmla="val 50000"/>
            </a:avLst>
          </a:prstGeom>
          <a:solidFill>
            <a:srgbClr val="012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altLang="zh-TW" b="1" dirty="0">
                <a:solidFill>
                  <a:srgbClr val="01295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>
              <a:solidFill>
                <a:srgbClr val="01295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8204" y="102859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</a:t>
            </a:r>
          </a:p>
        </p:txBody>
      </p:sp>
      <p:sp>
        <p:nvSpPr>
          <p:cNvPr id="9" name="矩形 8"/>
          <p:cNvSpPr/>
          <p:nvPr/>
        </p:nvSpPr>
        <p:spPr>
          <a:xfrm>
            <a:off x="966894" y="187516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程式語言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4133" y="2562705"/>
            <a:ext cx="3936275" cy="1686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E4314-96B9-4DD2-B35A-88EE958632AB}"/>
              </a:ext>
            </a:extLst>
          </p:cNvPr>
          <p:cNvSpPr/>
          <p:nvPr/>
        </p:nvSpPr>
        <p:spPr>
          <a:xfrm>
            <a:off x="3617833" y="1875163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630EE6-022C-4B3B-B882-5E71632755BD}"/>
              </a:ext>
            </a:extLst>
          </p:cNvPr>
          <p:cNvSpPr/>
          <p:nvPr/>
        </p:nvSpPr>
        <p:spPr>
          <a:xfrm>
            <a:off x="3125072" y="2562705"/>
            <a:ext cx="3936275" cy="113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SQLite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Firebase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5F7163-039B-4B35-A529-847D6751F247}"/>
              </a:ext>
            </a:extLst>
          </p:cNvPr>
          <p:cNvSpPr/>
          <p:nvPr/>
        </p:nvSpPr>
        <p:spPr>
          <a:xfrm>
            <a:off x="6464924" y="187839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框架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33FE0D-FA8F-4474-9A09-F7AD9CE46C11}"/>
              </a:ext>
            </a:extLst>
          </p:cNvPr>
          <p:cNvSpPr/>
          <p:nvPr/>
        </p:nvSpPr>
        <p:spPr>
          <a:xfrm>
            <a:off x="5972163" y="2565936"/>
            <a:ext cx="3936275" cy="113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Flask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Vue.js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DE01AC-59BE-49A5-BCB5-A4D399AD770F}"/>
              </a:ext>
            </a:extLst>
          </p:cNvPr>
          <p:cNvSpPr/>
          <p:nvPr/>
        </p:nvSpPr>
        <p:spPr>
          <a:xfrm>
            <a:off x="9115863" y="187839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專案類型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9E0EB5-E9A2-47AF-A709-88540A4A925C}"/>
              </a:ext>
            </a:extLst>
          </p:cNvPr>
          <p:cNvSpPr/>
          <p:nvPr/>
        </p:nvSpPr>
        <p:spPr>
          <a:xfrm>
            <a:off x="8866897" y="2562705"/>
            <a:ext cx="3936275" cy="1686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桌面應用程式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爬蟲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6542033"/>
      </p:ext>
    </p:extLst>
  </p:cSld>
  <p:clrMapOvr>
    <a:masterClrMapping/>
  </p:clrMapOvr>
  <p:transition spd="slow" advTm="15631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剪去單一角落矩形 4"/>
          <p:cNvSpPr/>
          <p:nvPr/>
        </p:nvSpPr>
        <p:spPr>
          <a:xfrm rot="10800000" flipH="1">
            <a:off x="4" y="4"/>
            <a:ext cx="5747657" cy="667385"/>
          </a:xfrm>
          <a:prstGeom prst="snip1Rect">
            <a:avLst>
              <a:gd name="adj" fmla="val 50000"/>
            </a:avLst>
          </a:prstGeom>
          <a:solidFill>
            <a:srgbClr val="012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altLang="zh-TW" b="1" dirty="0">
                <a:solidFill>
                  <a:srgbClr val="01295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>
              <a:solidFill>
                <a:srgbClr val="01295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8204" y="10285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相關專案</a:t>
            </a:r>
            <a:endParaRPr lang="zh-TW" altLang="en-US" sz="2800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40796" y="232212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爬蟲專案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A5D149A-0D0B-49A3-8FD0-7587F4981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3" y="2948695"/>
            <a:ext cx="359545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定時時爬取網站資訊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000" dirty="0">
                <a:solidFill>
                  <a:srgbClr val="21252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</a:t>
            </a:r>
            <a:r>
              <a:rPr lang="en-US" altLang="zh-TW" sz="2000" dirty="0">
                <a:solidFill>
                  <a:srgbClr val="21252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solidFill>
                  <a:srgbClr val="21252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DiscordBot</a:t>
            </a:r>
            <a:r>
              <a:rPr lang="zh-TW" altLang="en-US" sz="2000" dirty="0">
                <a:solidFill>
                  <a:srgbClr val="21252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傳送訊息。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A386F0-375A-47FF-9C80-A94C8A82029C}"/>
              </a:ext>
            </a:extLst>
          </p:cNvPr>
          <p:cNvSpPr/>
          <p:nvPr/>
        </p:nvSpPr>
        <p:spPr>
          <a:xfrm>
            <a:off x="4785302" y="232212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專案產生器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762C452-9AAC-4C68-A007-5E2B277E2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443" y="2948695"/>
            <a:ext cx="359545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nherit"/>
              </a:rPr>
              <a:t>簡化建立</a:t>
            </a: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nherit"/>
              </a:rPr>
              <a:t>Pytho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nherit"/>
              </a:rPr>
              <a:t>n</a:t>
            </a: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nherit"/>
              </a:rPr>
              <a:t> 專案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nherit"/>
              </a:rPr>
              <a:t>流程，自行創建虛擬環境，安裝套件</a:t>
            </a: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nherit"/>
              </a:rPr>
              <a:t>。</a:t>
            </a:r>
            <a:endParaRPr kumimoji="0" lang="zh-TW" altLang="zh-TW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074D86-405A-419D-9833-B9E5CE01DAF9}"/>
              </a:ext>
            </a:extLst>
          </p:cNvPr>
          <p:cNvSpPr/>
          <p:nvPr/>
        </p:nvSpPr>
        <p:spPr>
          <a:xfrm>
            <a:off x="8912718" y="232212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人臉辨識系統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4F15C12-6A44-45FD-A5FA-4C9AFC12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2859" y="2948695"/>
            <a:ext cx="35954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以網頁的方式完成辨識操作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5920274"/>
      </p:ext>
    </p:extLst>
  </p:cSld>
  <p:clrMapOvr>
    <a:masterClrMapping/>
  </p:clrMapOvr>
  <p:transition spd="slow" advTm="28579">
    <p:comb/>
  </p:transition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2121</TotalTime>
  <Words>108</Words>
  <Application>Microsoft Office PowerPoint</Application>
  <PresentationFormat>寬螢幕</PresentationFormat>
  <Paragraphs>31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Arial Unicode MS</vt:lpstr>
      <vt:lpstr>微軟正黑體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運用人臉辨識於雲端點名推播系統之探討</dc:title>
  <dc:creator>鄒旻翰</dc:creator>
  <cp:lastModifiedBy>旻翰 鄒</cp:lastModifiedBy>
  <cp:revision>83</cp:revision>
  <dcterms:created xsi:type="dcterms:W3CDTF">2020-07-08T06:08:43Z</dcterms:created>
  <dcterms:modified xsi:type="dcterms:W3CDTF">2021-08-14T04:55:55Z</dcterms:modified>
</cp:coreProperties>
</file>